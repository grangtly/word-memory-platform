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8364" y="1378000"/>
            <a:ext cx="47671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让单词不再"背了就忘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191000" y="2387501"/>
            <a:ext cx="762000" cy="38100"/>
          </a:xfrm>
          <a:prstGeom prst="rect">
            <a:avLst/>
          </a:prstGeom>
          <a:solidFill>
            <a:srgbClr val="C896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61055" y="2679502"/>
            <a:ext cx="24217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基于艾宾浩斯遗忘曲线的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361055" y="2927152"/>
            <a:ext cx="24217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自适应英语单词学习系统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42158" y="3555802"/>
            <a:ext cx="20595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400" dirty="0">
                <a:solidFill>
                  <a:srgbClr val="A0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演讲者：XXX ｜ 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为什么要做这个系统？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205508"/>
            <a:ext cx="25633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背单词的痛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665833"/>
            <a:ext cx="2563374" cy="151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背了忘、忘了背，循环反复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没有复习计划，全靠感觉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背词软件要么收费、要么太复杂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不知道自己真正掌握了多少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缺少成就感，难以坚持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9013" y="1205508"/>
            <a:ext cx="25635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科学的答案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29013" y="1665833"/>
            <a:ext cx="2563526" cy="2115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心理学家赫尔曼·艾宾浩斯发现：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人的记忆会随时间衰减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但在"即将遗忘的临界点"复习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记忆效果提升数倍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这就是"间隔重复"理论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我们需要一个系统来执行它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艾宾浩斯遗忘曲线 — 通俗理解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318742"/>
            <a:ext cx="33003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709267"/>
            <a:ext cx="3300386" cy="84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学完新单词后，一天内忘掉70%。但如果在关键时间点复习，就能"打断"遗忘过程，每次复习后遗忘速度越来越慢。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3728591"/>
            <a:ext cx="3300386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我们的系统自动计算最佳复习时间：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24623" y="1015901"/>
            <a:ext cx="4511427" cy="4127599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00120" y="1330226"/>
            <a:ext cx="396043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复习时间线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8948" y="178415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2EF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8479" y="1887289"/>
            <a:ext cx="292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97648" y="1892052"/>
            <a:ext cx="19661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学完后5分钟 — 第一次巩固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8948" y="2482453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2EF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4036" y="2585591"/>
            <a:ext cx="424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97648" y="2590354"/>
            <a:ext cx="17120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半小时后 — 第二次巩固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8948" y="318075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2EF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2405" y="3283893"/>
            <a:ext cx="325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97648" y="3288655"/>
            <a:ext cx="17120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半天后 — 进入短期记忆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8948" y="3879056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2EF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39555" y="3982194"/>
            <a:ext cx="209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97648" y="3986957"/>
            <a:ext cx="26857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1天后→2天→4天→7天→15天→30天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系统功能一览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2658517" cy="2066925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385" y="1279327"/>
            <a:ext cx="2329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5385" y="1488877"/>
            <a:ext cx="2329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智能学习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5385" y="1799927"/>
            <a:ext cx="2329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自动推送今日该学的单词，记住点绿色、没记住点红色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2667" y="1015901"/>
            <a:ext cx="2658666" cy="2066925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7051" y="1279327"/>
            <a:ext cx="2329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7051" y="1488877"/>
            <a:ext cx="2329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学习统计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7051" y="1799927"/>
            <a:ext cx="232989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已学单词数、掌握率、今日复习数一目了然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04483" y="1015901"/>
            <a:ext cx="2658517" cy="2066925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8868" y="1279327"/>
            <a:ext cx="2329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8868" y="1488877"/>
            <a:ext cx="2329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每日打卡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8868" y="1799927"/>
            <a:ext cx="232974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有复习就自动打卡，看连续学习了多少天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3285976"/>
            <a:ext cx="4089350" cy="185737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1077" y="3549402"/>
            <a:ext cx="37891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1077" y="3758952"/>
            <a:ext cx="37891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单词列表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1077" y="4070003"/>
            <a:ext cx="37891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200个四六级核心词，标注"未学/学习中/已掌握"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3501" y="3285976"/>
            <a:ext cx="4089499" cy="1857375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3576" y="3549402"/>
            <a:ext cx="3789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3576" y="3758952"/>
            <a:ext cx="3789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测验模式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3576" y="4070003"/>
            <a:ext cx="3789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四选一选择题，自动评分，错题一目了然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开发历程 — 六个阶段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863501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751" y="1104751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6752" y="952351"/>
            <a:ext cx="2342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后端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96752" y="1145977"/>
            <a:ext cx="23421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框架 + JWT 登录 + 遗忘曲线算法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565077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565077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751" y="1806327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96752" y="1653927"/>
            <a:ext cx="2140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前端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96752" y="1847552"/>
            <a:ext cx="214090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三个核心页面：登录 / 首页 / 学习卡片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266652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266652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2507903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96752" y="2355503"/>
            <a:ext cx="23376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部署上线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6752" y="2549128"/>
            <a:ext cx="233764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Railway 云端 + Docker 构建，公网可访问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950" y="2968228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7000" y="2968228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751" y="3209479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96752" y="3057079"/>
            <a:ext cx="1894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96752" y="3250704"/>
            <a:ext cx="189452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数据上云永久保存，再也不怕丢失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950" y="3669804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27000" y="3669804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751" y="3911054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96752" y="3758654"/>
            <a:ext cx="20774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新功能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96752" y="3952280"/>
            <a:ext cx="207744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统计 + 列表 + 打卡 + 测验 + 200词库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4371380"/>
            <a:ext cx="3362771" cy="663476"/>
          </a:xfrm>
          <a:prstGeom prst="roundRect">
            <a:avLst>
              <a:gd name="adj" fmla="val 95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27000" y="4371380"/>
            <a:ext cx="0" cy="663476"/>
          </a:xfrm>
          <a:prstGeom prst="line">
            <a:avLst/>
          </a:prstGeom>
          <a:noFill/>
          <a:ln w="38100">
            <a:solidFill>
              <a:srgbClr val="C896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751" y="4612630"/>
            <a:ext cx="5829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96752" y="4460230"/>
            <a:ext cx="1589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96752" y="4653855"/>
            <a:ext cx="158969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暖调学院风设计 + 7x24 保活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 — 简单版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2455366" cy="4127599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304776"/>
            <a:ext cx="1915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用户看到的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6826" y="1666726"/>
            <a:ext cx="191516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只需一个浏览器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打开网址就能用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注册 → 登录 → 背单词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像用微信一样简单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手机电脑都能访问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44317" y="1015901"/>
            <a:ext cx="2455366" cy="4127599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33192" y="1304776"/>
            <a:ext cx="1915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背后在运行的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3192" y="1666726"/>
            <a:ext cx="1915168" cy="219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前端：Vue.js（网页界面）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后端：Node.js（数据处理）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数据库：MongoDB Atlas（云端存储）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部署：Railway（免费云服务器）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保活：UptimeRobot（防止休眠）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80683" y="1015901"/>
            <a:ext cx="2455366" cy="4127599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69559" y="1304776"/>
            <a:ext cx="19151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数据安全保障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9559" y="1666726"/>
            <a:ext cx="191516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密码加密存储（bcrypt）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登录使用 JWT 令牌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每个人的学习记录相互隔离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数据存在云端，不丢失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完全免费，无需安装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实际效果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206526"/>
            <a:ext cx="28302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26"/>
              </a:spcBef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当前运行状态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673251"/>
            <a:ext cx="2830247" cy="151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系统已上线并稳定运行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任何人打开浏览器即可使用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经过多次部署和调试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已解决所有已知问题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7x24 小时不间断服务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87502" y="1619399"/>
            <a:ext cx="3403402" cy="2920603"/>
          </a:xfrm>
          <a:prstGeom prst="roundRect">
            <a:avLst>
              <a:gd name="adj" fmla="val 5218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83444" y="1933724"/>
            <a:ext cx="8743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83444" y="2384524"/>
            <a:ext cx="8743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四六级核心词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3027" y="1933724"/>
            <a:ext cx="6752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3027" y="2384524"/>
            <a:ext cx="675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个后端API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4870" y="1933724"/>
            <a:ext cx="728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64870" y="2384524"/>
            <a:ext cx="728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个功能页面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12853" y="2800350"/>
            <a:ext cx="728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12853" y="3251150"/>
            <a:ext cx="728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可同时在线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4341" y="2800350"/>
            <a:ext cx="649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64341" y="3251150"/>
            <a:ext cx="6497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元/月成本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36890" y="2800350"/>
            <a:ext cx="7286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36890" y="3251150"/>
            <a:ext cx="728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8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项核心功能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01827" y="3666976"/>
            <a:ext cx="2774752" cy="558701"/>
          </a:xfrm>
          <a:prstGeom prst="roundRect">
            <a:avLst>
              <a:gd name="adj" fmla="val 13639"/>
            </a:avLst>
          </a:prstGeom>
          <a:solidFill>
            <a:srgbClr val="F2EF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3569" y="3793927"/>
            <a:ext cx="25712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word-memory-platform-production.up.railway.app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9901" cy="869752"/>
          </a:xfrm>
          <a:prstGeom prst="rect">
            <a:avLst/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93268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后续改进方向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15901"/>
            <a:ext cx="2506117" cy="4127599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1279327"/>
            <a:ext cx="2018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短期（1周内可完成）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1376" y="1615827"/>
            <a:ext cx="1979265" cy="17776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添加单词发音功能（浏览器TTS）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夜间/暗黑模式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四/六级分类筛选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学习提醒通知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安装到手机桌面（PWA）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18867" y="1015901"/>
            <a:ext cx="2506266" cy="4127599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82293" y="1279327"/>
            <a:ext cx="20190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中期（1个月内）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82293" y="1615827"/>
            <a:ext cx="1979414" cy="15490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接入词典API自动查释义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用户自建词库功能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学习曲线可视化图表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单词学习排行榜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错题重练模式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9933" y="1015901"/>
            <a:ext cx="2506117" cy="4127599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9525">
            <a:solidFill>
              <a:srgbClr val="E8E4D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93359" y="1279327"/>
            <a:ext cx="2018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长期愿景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93359" y="1615827"/>
            <a:ext cx="1979265" cy="177760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考研/雅思/托福词库扩展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多人教室/班级模式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智能推荐复习策略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多语言支持（日语、韩语）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移动端 App 开发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6273" y="1451074"/>
            <a:ext cx="16640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191000" y="2314575"/>
            <a:ext cx="762000" cy="38100"/>
          </a:xfrm>
          <a:prstGeom prst="rect">
            <a:avLst/>
          </a:prstGeom>
          <a:solidFill>
            <a:srgbClr val="C896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39313" y="2606576"/>
            <a:ext cx="18652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扫码体验，或访问：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18843" y="2997101"/>
            <a:ext cx="41061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E0D8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word-memory-platform-production.up.railway.app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41673" y="3501926"/>
            <a:ext cx="6606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300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欢迎提问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基于艾宾浩斯遗忘曲线的英语单词学习系统</dc:title>
  <dc:subject>PptxGenJS Presentation</dc:subject>
  <dc:creator>词汇记忆系统</dc:creator>
  <cp:lastModifiedBy>词汇记忆系统</cp:lastModifiedBy>
  <cp:revision>1</cp:revision>
  <dcterms:created xsi:type="dcterms:W3CDTF">2026-06-01T14:38:16Z</dcterms:created>
  <dcterms:modified xsi:type="dcterms:W3CDTF">2026-06-01T14:38:16Z</dcterms:modified>
</cp:coreProperties>
</file>